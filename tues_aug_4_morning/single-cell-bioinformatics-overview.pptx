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A1AE8AB-B5A6-45F5-9D2A-E2196C9EC8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DFDA4F-A2B2-4DBD-8B63-A61A3A0688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000" cy="115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48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000" cy="468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425E3B4-9CC0-4CAD-A57B-B0B10F1930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240" cy="5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24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1EAB853-B632-4F18-AE2D-9BD9B95DE8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240" cy="146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43FE57D-FE1A-4EDE-A04A-0055E42FA3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E0A0570-0BF0-4BB5-BDD2-1E31553CF8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24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776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D51F0F8-AD34-4018-A8ED-8AA25B2632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3CF2C6-378C-4D2F-8229-E68AC41BB3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24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24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A6028F-EFE0-4565-966B-658F0CFCAA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3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3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B8613E0-4B68-4323-9BA6-34FBD1C9F7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12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12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56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56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2FEBD5-4F76-465E-B3E7-E3902BA7B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://duke.edu/" TargetMode="External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685800" y="307080"/>
            <a:ext cx="11169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Overview of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single-cell experiments and bioinformatics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rcRect l="6160" t="0" r="13100" b="12758"/>
          <a:stretch/>
        </p:blipFill>
        <p:spPr>
          <a:xfrm>
            <a:off x="5029200" y="1494000"/>
            <a:ext cx="7085520" cy="31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592920" y="1857240"/>
            <a:ext cx="2377440" cy="11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4,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severozen [at] pm.me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</a:t>
            </a:r>
            <a:r>
              <a:rPr lang="en-US" sz="18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2"/>
              </a:rPr>
              <a:t>duke.edu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57200" y="4343400"/>
            <a:ext cx="8457480" cy="110268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tIns="63360" rIns="108360" bIns="63360" anchor="t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Course material for download at: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https://github.com/steverozen/handouts2026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61560" y="1272600"/>
            <a:ext cx="955584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key questions across different types of single-cell omic: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does the technology actually measure?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2. What do we ask once we have the datat?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5"/>
          <p:cNvSpPr/>
          <p:nvPr/>
        </p:nvSpPr>
        <p:spPr>
          <a:xfrm>
            <a:off x="961560" y="1272600"/>
            <a:ext cx="9555840" cy="57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key questions across different types of single-cell omic: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does the technology actually measure?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 Disaggregated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 Spatial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What do we ask once we have the data?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3637080" y="1771200"/>
            <a:ext cx="10025640" cy="34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Technologies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Non-spatial: cells are dissociated out of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is destroyed, throughput is high, and every cell is measured the same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Transcriptome: scRNA-seq. The default, and most of what follows assumes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Chromatin accessibility: scATAC-seq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 protein: CITE-seq, antibody-derived tags read out as extra features alongside RNA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Immune receptor repertoire: single-cell TCR-seq and BCR-seq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multi-omic assays measure two of these in the same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Cells or nuclei?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choice you make at the bench that you then have to live with in the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cells: more RNA per cell, more cytoplasmic and mitochondrial reads, and dissociation stress shows up as a gene programme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Nuclei: works on frozen and hard-to-dissociate tissue such as brain, less RNA per nucleus, enriched for unspliced transcripts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integrate the two casually. The difference is larger than most batch effects.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Perturbation screens: don't just observe, intervene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else on this list is observational. You take a snapshot and infer what is driving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Perturb-seq puts a pooled CRISPR screen and scRNA-seq in the same experiment: each cell carries a guide RNA, and the guide is read out alongside the transcriptome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the readout is not survival or one reporter, it is the whole transcriptional consequence of knocking out that gene, per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took this genome-scale: every expressed gene knocked down, across 2.5 million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 idea, heritable barcodes instead of guides, and you recover lineage rather than perturbation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Perturb-seq changes the analysis: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cell label is now assigned by you, not inferred. You know which gene was hit before you cluster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turns 'what is regulating this?' from an inference into a measurement, and gives the gene-network methods something to be tested against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problems come with it: guide assignment is noisy, multiplets carry two guides, and knockdown is partial and variable between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covered in this workshop's tutorials. Worth knowing it exists if you run screens.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Spatial: position is kept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Molecular measurement is tied back to tissue architecture, at the cost of either gene coverage or resolution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field splits cleanly in two (Moses and Pachter 2022):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Imaging-based: molecules are counted in place, one fluorescent round at a time. MERFISH / Vizgen MERSCOPE, Nanostring CosMx, 10x Xenium, and Akoya CODEX for protein.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Sequencing-based: transcripts are captured onto a barcoded surface, then sequenced off the tissue. Visium, Visium HD, Slide-seq.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961560" y="640080"/>
            <a:ext cx="955584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versus sequencing-based: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961560" y="1472760"/>
            <a:ext cx="274788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Genes measured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boundaries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format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of view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you get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headache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3711600" y="1472760"/>
            <a:ext cx="389772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Targeted panel, 100s to 5000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Sub-cellular, single molecule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required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per gene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FFPE or fresh frozen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Small, imaging time bound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Molecule coordinates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Bad segmentation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MERSCOPE, CosMx, Xenium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7611480" y="1472760"/>
            <a:ext cx="389772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transcriptome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Spot, bead or bin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Deconvolution required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Lower, capture-limited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Mostly fresh frozen, FFPE now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section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Counts per spot, plus image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are cell mixtures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Visium, Visium HD, Slide-seq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961560" y="1272600"/>
            <a:ext cx="9555840" cy="34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workshop: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Tuesday: dissociated scRNA-seq end to end, then CITE-seq and scATAC-seq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morning: differential expression, reference mapping and trajectory inference, all on dissociated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afternoon: spatial, both branches. Visium and Visium HD on the sequencing side, MERSCOPE, CosMx and CODEX on the imaging 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3637080" y="1771200"/>
            <a:ext cx="10025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Questions we want to answer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cell types are here?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discovery question: you do not yet know what is in the sample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 reduction, then graph-based clustering, then marker genes per cluster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resolution parameter is a choice, not a result. Two clusters or five is often defensible either way.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Clusters are hypotheses about cell types, not cell types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known cell type is each cluster?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annotation question, and it is a different problem from finding the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hand: score canonical markers per cluster and name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Automatically: classify against a reference atlas, or transfer labels from an annotated dataset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Automated labels are confident even when they are wrong. Always check the markers you would have used by hand.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 samples even comparable?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Usually has to be settled before clustering and annotation can be trusted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correction and integration: make cells of the same type from different samples, donors or chemistries land together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Query-to-reference mapping: place new cells into an existing atlas rather than re-clustering from scratch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failure modes run both ways. Under-correct and every cluster is one sample, over-correct and you have erased the biological difference you came to find.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one cell type differ between conditions, or over time?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commonest question anyone actually asks of the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 to the cell type, then test condition against condition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cell by cell treats cells as independent replicates. They are not: cells from one donor are correlated, and p-values come out absurdly small.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Pseudobulk instead: sum counts per cell type per sample, then use bulk RNA-seq machinery with samples as the unit of replication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there more or fewer of a cell type?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Differential abundance, or compositional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Harder than it looks: proportions must sum to one, so one population expanding makes every other one appear to shrink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depends entirely on how you drew the cluster boundaries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Milo sidesteps the clustering by testing abundance in overlapping neighbourhoods of the k-nearest-neighbour graph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cells order along a continuous process?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differentiation, activation, or any gradual change, discrete clusters are the wrong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 orders cells along a path, and pseudotime says how far along a cell sits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 is a distance, not a clock. Units are arbitrary and direction comes from biology, not from the algorithm.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RNA velocity uses the unspliced-to-spliced ratio to point at where a cell is heading, and is more fragile than its pictures suggest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morning is entirely about this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is driving the difference?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set and pathway enrichment: is the gene list you found enriched for something already named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regulatory network inference: which transcription factors have their targets moving together, for example SCENIC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tumour work, inferred copy number from expression separates malignant cells from the normal cells beside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cells are talking to which?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Ligand-receptor analysis: a ligand expressed in one cell type and its receptor in another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prediction from co-expression. Nothing about contact, secretion, or an actual signalling event has been observed.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cell types can express a matched pair and sit at opposite ends of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is exactly why spatial data makes this question much stronger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are the cells in the image?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spatial gives molecule coordinates, not cells. You have to draw the boundaries.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from a nuclear stain, expanded outward, or learned from cell membranes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downstream count depends on it, and mis-assigned transcripts look exactly like doublets or like hybrid cell types that do not exist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Spot-based data has the mirror-image problem: no segmentation to do, but each spot is a mixture, so you deconvolve it into cell-type proportions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is the tissue organised?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question you can only ask once position is retained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 domains: recurring neighbourhoods of cell types, tumour core versus margin, germinal centre versus mantle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Spatially variable genes: expression structured by location rather than by cell type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Neighbourhood analysis: which cell types are found next to which, more often than chance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I combine different measurements from the same sample?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Paired: RNA and protein, or RNA and ATAC, measured in the same cell. Alignment is given, the work is in weighting the modalities.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Unpaired: the same tissue assayed two ways in different cells. You have to infer which cell corresponds to which.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Mosaic: a set of datasets that overlap partially in modality, which is what atlas building really looks like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the bridge between the two spatial branches, and between spatial and dissociated reference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961560" y="1272600"/>
            <a:ext cx="9555840" cy="41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Caveats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of these outputs are inference, not measurement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resolution is a choice you made, and the number of cell types moves with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Cell-cell interaction is a prediction from co-expression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 is a distance, not a clock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error propagates into every count downstream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None of this is a reason not to do it. It is a reason to say what you did.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analysis and best practice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Luecken and Theis 2019, Current best practices in single-cell RNA-seq analysis: a tutorial, Molecular Systems Biology 15(6):e8746. https://doi.org/10.15252/msb.20188746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Heumos et al. 2023, Best practices for single-cell analysis across modalities, Nature Reviews Genetics 24(8):550-572. https://doi.org/10.1038/s41576-023-00586-w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Zappia and Theis 2021, Over 1000 tools reveal trends in the single-cell RNA-seq analysis landscape, Genome Biology 22:301. https://doi.org/10.1186/s13059-021-02519-4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961560" y="1272600"/>
            <a:ext cx="9555840" cy="41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technologies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Moses and Pachter 2022, Museum of spatial transcriptomics, Nature Methods 19(5):534-546. https://doi.org/10.1038/s41592-022-01409-2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Palla et al. 2022, Spatial components of molecular tissue biology, Nature Biotechnology 40(3):308-318. https://doi.org/10.1038/s41587-021-01182-1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Dixit et al. 2016, Perturb-Seq: Dissecting Molecular Circuits with Scalable Single-Cell RNA Profiling of Pooled Genetic Screens, Cell 167(7):1853-1866.e17. https://doi.org/10.1016/j.cell.2016.11.038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2022, Mapping information-rich genotype-phenotype landscapes with genome-scale Perturb-seq, Cell 185(14):2559-2575.e28. https://doi.org/10.1016/j.cell.2022.05.013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2026-08-05T18:42:48Z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